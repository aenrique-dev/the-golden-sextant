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bsidian Logo - White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54480" cy="3310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The Partnership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CEF4"/>
                </a:solidFill>
                <a:latin typeface="Calibri"/>
              </a:rPr>
              <a:t>Daily Ecosystem Digest  ·  March 13, 2026  ·  Run 8d6b28c5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C4C4"/>
                </a:solidFill>
                <a:latin typeface="Calibri"/>
              </a:rPr>
              <a:t>Ecosystem Radar scanned 5 pages and surfaced 5 new signals, with 5 prioritized for action. 3 high-priority signal(s) from AppOmni, Wiz, Optiv require near-term partner response. Recommended actions are included below with suggested owners and outreach drafts.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480560"/>
            <a:ext cx="10332720" cy="502920"/>
          </a:xfrm>
          <a:prstGeom prst="rect">
            <a:avLst/>
          </a:prstGeom>
          <a:solidFill>
            <a:srgbClr val="0D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079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CEF4"/>
                </a:solidFill>
                <a:latin typeface="Calibri"/>
              </a:rPr>
              <a:t>  5 pages scanned   ·   5 signals found   ·   5 signals in digest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47120" cy="36576"/>
          </a:xfrm>
          <a:prstGeom prst="rect">
            <a:avLst/>
          </a:prstGeom>
          <a:solidFill>
            <a:srgbClr val="002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989"/>
                </a:solidFill>
                <a:latin typeface="Calibri"/>
              </a:rPr>
              <a:t>Powered by Claude · Anthropic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98989"/>
                </a:solidFill>
                <a:latin typeface="Calibri"/>
              </a:rPr>
              <a:t>Signal 1 of 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63072" y="91440"/>
            <a:ext cx="1188720" cy="347472"/>
          </a:xfrm>
          <a:prstGeom prst="rect">
            <a:avLst/>
          </a:prstGeom>
          <a:solidFill>
            <a:srgbClr val="FF9D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914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1CEF4"/>
                </a:solidFill>
                <a:latin typeface="Calibri"/>
              </a:rPr>
              <a:t>APPOMNI  ·  Competitor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AppOmni expands AWS co-sell agreement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002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WHAT HAPPENED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AppOmni announced an expanded co-sell agreement with AWS targeting enterprise SaaS security buyers. The deal includes joint field events and a presence in AWS Marketplace.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163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7238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Strengthens AppOmni's distribution into AWS-centric enterprise accounts — our primary ICP — and reduces Obsidian's window for displacing them in cloud-first deals.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13632"/>
            <a:ext cx="11640312" cy="2423160"/>
          </a:xfrm>
          <a:prstGeom prst="rect">
            <a:avLst/>
          </a:prstGeom>
          <a:solidFill>
            <a:srgbClr val="0D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05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RECOMMENDED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86784"/>
            <a:ext cx="2560320" cy="27432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986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Competitive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2511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Align with Optiv and GuidePoint on AWS-native account targeting this week. Position Obsidian's runtime identity detection as the layer AppOmni's posture visibility doesn't cover.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CEF4"/>
                </a:solidFill>
                <a:latin typeface="Calibri"/>
              </a:rPr>
              <a:t>Owner: Partner Manager   ·   Activate: Optiv, GuidePoint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852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C4C4"/>
                </a:solidFill>
                <a:latin typeface="Calibri"/>
              </a:rPr>
              <a:t>"Hey [rep] — AppOmni just deepened their AWS co-sell. Worth a quick sync to align on how we position Obsidian in your AWS-focused accounts before they get to your pipeline. Happy to bring the AE team."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98989"/>
                </a:solidFill>
                <a:latin typeface="Calibri"/>
              </a:rPr>
              <a:t>Competitor distribution move directly into Obsidian's primary ICP — requires near-term counter-motion with VARs.   ·   https://appomni.com/blog/aws-cosell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98989"/>
                </a:solidFill>
                <a:latin typeface="Calibri"/>
              </a:rPr>
              <a:t>Signal 2 of 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63072" y="91440"/>
            <a:ext cx="1188720" cy="347472"/>
          </a:xfrm>
          <a:prstGeom prst="rect">
            <a:avLst/>
          </a:prstGeom>
          <a:solidFill>
            <a:srgbClr val="FF9D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914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1CEF4"/>
                </a:solidFill>
                <a:latin typeface="Calibri"/>
              </a:rPr>
              <a:t>CROWDSTRIKE  ·  Competitor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CrowdStrike launches Falcon Shield for SaaS environments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002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WHAT HAPPENED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CrowdStrike announced Falcon Shield, extending its endpoint telemetry into SaaS applications. The product targets identity misuse and lateral movement across M365 and Salesforce.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163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7238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CrowdStrike is entering Obsidian's core market with massive brand recognition. Partners with existing CrowdStrike relationships may deprioritize Obsidian in SaaS identity conversations.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13632"/>
            <a:ext cx="11640312" cy="2423160"/>
          </a:xfrm>
          <a:prstGeom prst="rect">
            <a:avLst/>
          </a:prstGeom>
          <a:solidFill>
            <a:srgbClr val="0D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05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RECOMMENDED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86784"/>
            <a:ext cx="2560320" cy="27432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986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Internal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2511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Brief the field on CrowdStrike Falcon Shield's SaaS move. Arm partners with a crisp differentiation story: endpoint telemetry vs. in-app identity context and cross-SaaS incident reconstruction.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CEF4"/>
                </a:solidFill>
                <a:latin typeface="Calibri"/>
              </a:rPr>
              <a:t>Owner: Partner Manager   ·   Activate: Optiv, Presidio, WWT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852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C4C4"/>
                </a:solidFill>
                <a:latin typeface="Calibri"/>
              </a:rPr>
              <a:t>"Hey [rep] — CrowdStrike just announced a SaaS play. Want to make sure your team has the differentiation story before this comes up in a deal. Can we do 20 min this week?"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98989"/>
                </a:solidFill>
                <a:latin typeface="Calibri"/>
              </a:rPr>
              <a:t>Direct product incursion into SaaS identity detection — Obsidian's core differentiation — from the market's dominant endpoint vendor.   ·   https://crowdstrike.com/press/falcon-shield-saas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98989"/>
                </a:solidFill>
                <a:latin typeface="Calibri"/>
              </a:rPr>
              <a:t>Signal 3 of 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63072" y="91440"/>
            <a:ext cx="1188720" cy="347472"/>
          </a:xfrm>
          <a:prstGeom prst="rect">
            <a:avLst/>
          </a:prstGeom>
          <a:solidFill>
            <a:srgbClr val="FF9D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914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1CEF4"/>
                </a:solidFill>
                <a:latin typeface="Calibri"/>
              </a:rPr>
              <a:t>GUIDEPOINT SECURITY  ·  Partner Announcement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GuidePoint Security expands SaaS security practice with new vendor additions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002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WHAT HAPPENED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GuidePoint announced three new SaaS security vendor partnerships as part of a dedicated SaaS security practice launch. Vendors named include a competitor to Obsidian.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163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7238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GuidePoint is building a formal SaaS practice — this is a co-sell acceleration opportunity if Obsidian is positioned as the identity runtime layer. Risk if a competing vendor gets the anchor slot.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13632"/>
            <a:ext cx="11640312" cy="2423160"/>
          </a:xfrm>
          <a:prstGeom prst="rect">
            <a:avLst/>
          </a:prstGeom>
          <a:solidFill>
            <a:srgbClr val="0D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05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RECOMMENDED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86784"/>
            <a:ext cx="2560320" cy="27432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986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Partner Outreach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2511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Reach out to GuidePoint practice leadership immediately to secure Obsidian's position as the SaaS identity runtime layer in their new practice. Offer a co-branded launch webinar.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CEF4"/>
                </a:solidFill>
                <a:latin typeface="Calibri"/>
              </a:rPr>
              <a:t>Owner: Partner Manager   ·   Activate: GuidePoint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852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C4C4"/>
                </a:solidFill>
                <a:latin typeface="Calibri"/>
              </a:rPr>
              <a:t>"Hey [rep] — saw the SaaS practice launch, that's huge. We'd love to be your identity detection anchor and co-run a launch webinar together. Do you have 30 min this week to align before the roster is set?"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98989"/>
                </a:solidFill>
                <a:latin typeface="Calibri"/>
              </a:rPr>
              <a:t>Partner is formalizing a SaaS practice — highest-leverage moment to lock in Obsidian as the preferred identity detection vendor before the roster is set.   ·   https://guidepoint.com/partners/new-saas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98989"/>
                </a:solidFill>
                <a:latin typeface="Calibri"/>
              </a:rPr>
              <a:t>Signal 4 of 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63072" y="91440"/>
            <a:ext cx="1188720" cy="347472"/>
          </a:xfrm>
          <a:prstGeom prst="rect">
            <a:avLst/>
          </a:prstGeom>
          <a:solidFill>
            <a:srgbClr val="556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914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1CEF4"/>
                </a:solidFill>
                <a:latin typeface="Calibri"/>
              </a:rPr>
              <a:t>OPTIV  · 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Optiv launches DORA readiness assessment for European FSI clients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002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WHAT HAPPENED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Optiv announced a DORA compliance readiness assessment offering targeting financial services firms subject to the EU Digital Operational Resilience Act, effective January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163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7238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DORA requires SaaS visibility and incident response capabilities that map directly to Obsidian's platform. This is a co-sell entry point for Obsidian in Optiv's European FSI accounts.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13632"/>
            <a:ext cx="11640312" cy="2423160"/>
          </a:xfrm>
          <a:prstGeom prst="rect">
            <a:avLst/>
          </a:prstGeom>
          <a:solidFill>
            <a:srgbClr val="0D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05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RECOMMENDED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86784"/>
            <a:ext cx="2560320" cy="27432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986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 Sell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2511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Provide Optiv with a DORA-specific one-pager mapping Obsidian capabilities to DORA Article 9 (ICT risk) and Article 17 (incident detection). Propose joint outreach to their top 10 European FSI accounts.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CEF4"/>
                </a:solidFill>
                <a:latin typeface="Calibri"/>
              </a:rPr>
              <a:t>Owner: Partner Manager   ·   Activate: Optiv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852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C4C4"/>
                </a:solidFill>
                <a:latin typeface="Calibri"/>
              </a:rPr>
              <a:t>"Hey [rep] — your DORA assessment offering is a perfect Obsidian entry point. I can put together a DORA-specific one-pager mapping our platform to the requirements. Worth a quick sync?"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98989"/>
                </a:solidFill>
                <a:latin typeface="Calibri"/>
              </a:rPr>
              <a:t>Optiv-led compliance motion with strong Obsidian fit — medium urgency, good pipeline opportunity with right enablement.   ·   https://optiv.com/blog/dora-compliance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98989"/>
                </a:solidFill>
                <a:latin typeface="Calibri"/>
              </a:rPr>
              <a:t>Signal 5 of 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63072" y="91440"/>
            <a:ext cx="1188720" cy="347472"/>
          </a:xfrm>
          <a:prstGeom prst="rect">
            <a:avLst/>
          </a:prstGeom>
          <a:solidFill>
            <a:srgbClr val="556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914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1CEF4"/>
                </a:solidFill>
                <a:latin typeface="Calibri"/>
              </a:rPr>
              <a:t>WIZ  ·  Category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Wiz report frames AI agent identity as top SaaS threat vector for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002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WHAT HAPPENED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Wiz published research naming AI agent identity sprawl and OAuth token misuse as the leading SaaS attack vector heading into 2026. The report is gaining traction with CISOs.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163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7238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Validates Obsidian's AI Agent Governance GTM motion with third-party analyst support. Partners can use this report to open conversations where Obsidian is the answer.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13632"/>
            <a:ext cx="11640312" cy="2423160"/>
          </a:xfrm>
          <a:prstGeom prst="rect">
            <a:avLst/>
          </a:prstGeom>
          <a:solidFill>
            <a:srgbClr val="0D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05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RECOMMENDED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86784"/>
            <a:ext cx="2560320" cy="27432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986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 Marketing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2511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Use Wiz's AI agent threat report as a conversation opener with partners. Create a short 'Obsidian response' brief that pairs the Wiz findings with Obsidian's AI Agent Governance GTM motion.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CEF4"/>
                </a:solidFill>
                <a:latin typeface="Calibri"/>
              </a:rPr>
              <a:t>Owner: Field Marketing   ·   Activate: GuidePoint Security, EverSec, Presidio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98989"/>
                </a:solidFill>
                <a:latin typeface="Calibri"/>
              </a:rPr>
              <a:t>Market validation signal — good enablement asset for partner conversations, not immediately urgent but reinforces Obsidian's AI narrative.   ·   https://wiz.io/blog/ai-security-report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