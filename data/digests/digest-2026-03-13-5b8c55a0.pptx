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bsidian Logo - White@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1554480" cy="3310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463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The Partnership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1CEF4"/>
                </a:solidFill>
                <a:latin typeface="Calibri"/>
              </a:rPr>
              <a:t>Daily Ecosystem Digest  ·  March 13, 2026  ·  Run 5b8c55a0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4C4C4"/>
                </a:solidFill>
                <a:latin typeface="Calibri"/>
              </a:rPr>
              <a:t>Ecosystem Radar scanned 1 pages and surfaced 0 new signals, with 1 prioritized for action. 1 high-priority signal(s) from AppOmni require near-term partner response. Recommended actions are included below with suggested owners and outreach drafts.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480560"/>
            <a:ext cx="10332720" cy="50292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507992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CEF4"/>
                </a:solidFill>
                <a:latin typeface="Calibri"/>
              </a:rPr>
              <a:t>  1 pages scanned   ·   0 signals found   ·   1 signals in digest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98989"/>
                </a:solidFill>
                <a:latin typeface="Calibri"/>
              </a:rPr>
              <a:t>Powered by Claude ·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7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Signal 1 of 1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solidFill>
            <a:srgbClr val="FF9D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63072" y="914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1CEF4"/>
                </a:solidFill>
                <a:latin typeface="Calibri"/>
              </a:rPr>
              <a:t>APPOMNI  ·  Competitor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AppOmni expands AWS co-sell agreement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36192"/>
            <a:ext cx="11247120" cy="27432"/>
          </a:xfrm>
          <a:prstGeom prst="rect">
            <a:avLst/>
          </a:prstGeom>
          <a:solidFill>
            <a:srgbClr val="0025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WHAT HAPPENED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AppOmni announced an expanded co-sell agreement with AWS targeting enterprise SaaS security buyers. The deal includes joint field events and a presence in AWS Marketplace.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7238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This strengthens AppOmni's distribution into AWS-centric enterprise accounts — our primary ICP. It reduces Obsidian's window for displacing AppOmni in cloud-first deals.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13632"/>
            <a:ext cx="11640312" cy="2423160"/>
          </a:xfrm>
          <a:prstGeom prst="rect">
            <a:avLst/>
          </a:prstGeom>
          <a:solidFill>
            <a:srgbClr val="0D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0507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565E2"/>
                </a:solidFill>
                <a:latin typeface="Calibri"/>
              </a:rPr>
              <a:t>RECOMMENDED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solidFill>
            <a:srgbClr val="043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98678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Competitive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25112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Coordinate with Optiv and GuidePoint on AWS-native account targeting. Position Obsidian's runtime identity detection as complementary to AppOmni's posture visibility.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CEF4"/>
                </a:solidFill>
                <a:latin typeface="Calibri"/>
              </a:rPr>
              <a:t>Owner: Partner Manager   ·   Activate: Optiv, GuidePoint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28523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4C4C4"/>
                </a:solidFill>
                <a:latin typeface="Calibri"/>
              </a:rPr>
              <a:t>"Hey [Partner] — AppOmni just deepened their AWS co-sell. Want to jump on a quick call to align on how we position Obsidian in your AWS-focused accounts? Happy to bring the AE team."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898989"/>
                </a:solidFill>
                <a:latin typeface="Calibri"/>
              </a:rPr>
              <a:t>https://appomni.com/blog/new-aws-partnership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